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82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Loki Mode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Truly Autonomous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Startup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1E1E1D"/>
          </a:solidFill>
          <a:ln w="6350">
            <a:solidFill>
              <a:srgbClr val="B0A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loki start ./my-startup.md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1E1E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948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45948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 Stars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5948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5968" y="45948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 Forks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9486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27648" y="45948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github.com/asklokesh/loki-mode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Coding is Dead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99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Single-Agent Bottleneck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AI tools are single-player. One prompt, one snippet, then they wait.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91440" cy="91440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50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Humans Are The Bottleneck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27614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still handle deployment, QA, and operations manually.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337560"/>
            <a:ext cx="91440" cy="91440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02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is Impossible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17320" y="3813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clone your best engineer. Every task is sequential.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5720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Way: Sequential &amp; Blocked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Loki Way: Parallel &amp; Autonomous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the Swarm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 in. Revenue out.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Types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Six Swarms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3611880"/>
            <a:ext cx="822960" cy="8229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7947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659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74720" y="3611880"/>
            <a:ext cx="822960" cy="8229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7947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3375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846320" y="361188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947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091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217920" y="3611880"/>
            <a:ext cx="822960" cy="8229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79476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807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589520" y="3611880"/>
            <a:ext cx="822960" cy="8229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79476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Self-Healing &amp; Self-Verifying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RARV Cycle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&amp;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34640" y="1463040"/>
            <a:ext cx="1005840" cy="100584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517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code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9319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937760" y="1463040"/>
            <a:ext cx="1005840" cy="100584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Reflect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48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results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7040880" y="146304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output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429000"/>
            <a:ext cx="822960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91440" cy="14173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Results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15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98.78%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731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HumanEval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0175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99.67%</a:t>
            </a:r>
            <a:endParaRPr lang="en-US" sz="3600" dirty="0"/>
          </a:p>
        </p:txBody>
      </p:sp>
      <p:sp>
        <p:nvSpPr>
          <p:cNvPr id="29" name="Text 23"/>
          <p:cNvSpPr/>
          <p:nvPr/>
        </p:nvSpPr>
        <p:spPr>
          <a:xfrm>
            <a:off x="3017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 vs MetaGPT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Claude Opus direct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Model, Your Rules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v5.1.0+ Multi-Provider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Powerhouse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51760" cy="9144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640080" cy="64008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9184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Flexibility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9144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132320" y="1645920"/>
            <a:ext cx="640080" cy="64008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12648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Context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520440"/>
            <a:ext cx="91440" cy="128016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Vendor Lock-in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brains as the market evolves. Loki Mode adapts to your preferred provider without code changes. Future-proof your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Code to Company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Human Intervention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1764792"/>
            <a:ext cx="7223760" cy="0"/>
          </a:xfrm>
          <a:prstGeom prst="line">
            <a:avLst/>
          </a:prstGeom>
          <a:noFill/>
          <a:ln w="25400">
            <a:solidFill>
              <a:srgbClr val="B0A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94944" cy="69494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536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71800" y="1417320"/>
            <a:ext cx="694944" cy="694944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5361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20640" y="1417320"/>
            <a:ext cx="694944" cy="694944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5361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Gates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269480" y="1417320"/>
            <a:ext cx="694944" cy="69494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53619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265176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57200" y="265176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85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Lifecycle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→ Dev → QA → Deploy → Marketing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17720" y="265176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617720" y="2651760"/>
            <a:ext cx="91440" cy="91440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Quality Gates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audits, accessibility, load testing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91440" cy="91440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858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Ops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858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AWS/GCP/Vercel with blue-green strategies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17720" y="370332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17720" y="370332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8463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846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'it compiles' — it has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Movement is Born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500+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100+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63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Started in Seconds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73152" cy="411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npm install -g loki-mode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4114800"/>
            <a:ext cx="73152" cy="41148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brew install asklokesh/tap/loki-mode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4572000"/>
            <a:ext cx="73152" cy="41148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8580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docker pull asklokesh/loki-mode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 the Swarm Work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visibility into the hive mind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1414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Phase: DEVELOPMENT  |  Active Agents: 47  |  Tasks: 203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468880" cy="201168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54864" cy="411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CI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54864" cy="411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tests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3337560"/>
            <a:ext cx="54864" cy="411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920240"/>
            <a:ext cx="2468880" cy="201168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33172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83280" y="2331720"/>
            <a:ext cx="54864" cy="41148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204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routes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83464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2834640"/>
            <a:ext cx="54864" cy="41148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33756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3280" y="3337560"/>
            <a:ext cx="54864" cy="41148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04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schema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1920240"/>
            <a:ext cx="2468880" cy="201168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233172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0" y="2331720"/>
            <a:ext cx="54864" cy="41148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83464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35040" y="2834640"/>
            <a:ext cx="54864" cy="41148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2834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3337560"/>
            <a:ext cx="22860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3337560"/>
            <a:ext cx="54864" cy="41148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722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Kanban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tasks flow in real-time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 Monitor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9184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47+ agents thinking live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Control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26480" y="4480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Pause, resume, redirect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Your Startup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 You Sleep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1E1E1D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loki start ./my-startup-idea.md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autonomous revolution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1E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343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github.com/asklokesh/loki-mode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us. Fork us. Ship with 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Macintosh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Georgia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Loki Mode - Multi-Agent Autonomous Startup System</dc:title>
  <dc:subject>The End of Linear Coding. The Beginning of Autonomous Swarms.</dc:subject>
  <dc:creator>Lokesh Mure</dc:creator>
  <cp:lastModifiedBy>Lokesh Mure</cp:lastModifiedBy>
  <cp:revision>3</cp:revision>
  <dcterms:created xsi:type="dcterms:W3CDTF">2026-01-26T15:06:16Z</dcterms:created>
  <dcterms:modified xsi:type="dcterms:W3CDTF">2026-01-27T05:29:21Z</dcterms:modified>
</cp:coreProperties>
</file>